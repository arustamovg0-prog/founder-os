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Founder OS / UNTITLED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Комплексная венчурная B2G/B2B-инфраструктура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Решаемая проблема (Problem Solved)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Низкая готовность стартапов к инвестициям (Investment Readiness): Большинство проектов на ранних стадиях имеют слабые бизнес-модели, непросчитанную юнит-экономику и отсутствие упаковки, из-за чего фонды теряют до 90% потенциального сделочного потока (deal flow).</a:t>
            </a:r>
          </a:p>
          <a:p>
            <a:pPr/>
            <a:r>
              <a:t>Хаос и высокие затраты фондов на первичный фильтр: Инвесторские организации (Uz Combinator, Yoshlar Ventures и др.) сталкиваются с необработанным потоком сырых заявок, вручную тратя сотни часов на первичный скрининг и аудит.</a:t>
            </a:r>
          </a:p>
          <a:p>
            <a:pPr/>
            <a:r>
              <a:t>Отсутствие единой методологии отбора: На рынке нет прозрачного, пошагового инструмента, который бы объективно оценивал стартапы на каждом этапе их развития и защищал инвестора от риска вложиться в «дутый» проект.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 продукте (Product Description)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Founder OS / UNTITLED — это комплексная венчурная B2G/B2B-инфраструктура.</a:t>
            </a:r>
          </a:p>
          <a:p>
            <a:pPr/>
            <a:r>
              <a:t>Она объединяет аналитическую систему скоринга стартапов и геймифицированный акселерационный конвейер для вывода проектов в состояние Investment Ready.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это работает: Геймифицированный пайплайн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Level-up система в Founder OS: Весь путь подготовки выстроен по принципу видеоигры, где главная цель и финальный «Босс» — это инвестор.</a:t>
            </a:r>
          </a:p>
          <a:p>
            <a:pPr/>
            <a:r>
              <a:t>Независимо от того, насколько готовым считает себя стартап на входе, он начинает путь с фундамента (первого уровня) и поэтапно проходит всю нашу систему.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это работает: Двойной фильтр (AI + Эксперты)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Переход на каждый новый этап (level-up) не происходит автоматически.</a:t>
            </a:r>
          </a:p>
          <a:p>
            <a:pPr/>
            <a:r>
              <a:t>Шаг 1: Оценка AI-скоринга (UNTITLED).</a:t>
            </a:r>
          </a:p>
          <a:p>
            <a:pPr/>
            <a:r>
              <a:t>Шаг 2: Метрики, документы и результаты ИИ-оценки разбираются нашими экспертами.</a:t>
            </a:r>
          </a:p>
          <a:p>
            <a:pPr/>
            <a:r>
              <a:t>Только после успешной экспертной защиты стартапу открывается доступ к следующему уровню.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это работает: Контроль качества и доступ к капиталу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Этапность продолжается до тех пор, пока проект не будет полностью отфильтрован и «упакован».</a:t>
            </a:r>
          </a:p>
          <a:p>
            <a:pPr/>
            <a:r>
              <a:t>Только когда все уровни успешно пройдены и мы на 100% удостоверимся, что стартап готов к масштабированию, система «открывает двери».</a:t>
            </a:r>
          </a:p>
          <a:p>
            <a:pPr/>
            <a:r>
              <a:t>Фаундер получает прямой доступ к инвесторам и инвестиционным комитетам фондов.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Платформа Founder OS: Для Фаундеров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Roadmap: Пошаговый трекинг развития стартапа.</a:t>
            </a:r>
          </a:p>
          <a:p>
            <a:pPr/>
            <a:r>
              <a:t>AI Copilot: Умный помощник для ответа на вопросы инвесторов и валидации гипотез.</a:t>
            </a:r>
          </a:p>
          <a:p>
            <a:pPr/>
            <a:r>
              <a:t>Centralized Data Room: Единое хранилище артефактов (Pitch Deck, Financial Model).</a:t>
            </a:r>
          </a:p>
          <a:p>
            <a:pPr/>
            <a:r>
              <a:t>Pitches: Управление запросами к инвесторам.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Платформа Founder OS: Для Инвесторов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Curated Deal Flow: Доступ к на 100% подготовленным проектам.</a:t>
            </a:r>
          </a:p>
          <a:p>
            <a:pPr/>
            <a:r>
              <a:t>AI-Scoring: Мгновенный доступ к результатам независимого аудита.</a:t>
            </a:r>
          </a:p>
          <a:p>
            <a:pPr/>
            <a:r>
              <a:t>CRM Pipeline: Канбан-доска для управления переговорами.</a:t>
            </a:r>
          </a:p>
          <a:p>
            <a:pPr/>
            <a:r>
              <a:t>Portfolio Analytics: Дашборд с показателями проинвестированных компаний.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Платформа Founder OS: Для Администраторов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Ecosystem Health: Интерактивный радар развития всех проектов.</a:t>
            </a:r>
          </a:p>
          <a:p>
            <a:pPr/>
            <a:r>
              <a:t>Stage Review: Центр верификации стартапов и экспертной защиты.</a:t>
            </a:r>
          </a:p>
          <a:p>
            <a:pPr/>
            <a:r>
              <a:t>Resident Database: Полный реестр всех стартапов-резидентов.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Технологии и Статус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Stack: Next.js 16 (App Router), React 19, Tailwind CSS 4, Firebase.</a:t>
            </a:r>
          </a:p>
          <a:p>
            <a:pPr/>
            <a:r>
              <a:t>AI Интеграция: Google Gemini API для генерации Executive Summary, скоринга и AI Hints.</a:t>
            </a:r>
          </a:p>
          <a:p>
            <a:pPr/>
            <a:r>
              <a:t>Current Status: Проект готов, развернут в Production (Vercel) и готов к пилотному запуску.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Вместе строим инфраструктуру рынка!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Присоединяйтесь к Founder OS / UNTITLED.</a:t>
            </a:r>
          </a:p>
          <a:p>
            <a:pPr/>
            <a:r>
              <a:t>Почта: [Укажите email]</a:t>
            </a:r>
          </a:p>
          <a:p>
            <a:pPr/>
            <a:r>
              <a:t>Сайт: [Укажите сайт]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